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338560" cy="34747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02B37"/>
                </a:solidFill>
                <a:latin typeface="Aptos"/>
              </a:rPr>
              <a:t>CubeSat 1U — Diagrama funcional de referencia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21542"/>
            <a:ext cx="3946914" cy="24622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64707D"/>
                </a:solidFill>
                <a:latin typeface="Aptos"/>
              </a:rPr>
              <a:t>Arquitectura seleccionada · Trazabilidad con interfaces IF-01 a IF-15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258498"/>
            <a:ext cx="4892040" cy="2971800"/>
          </a:xfrm>
          <a:prstGeom prst="roundRect">
            <a:avLst/>
          </a:prstGeom>
          <a:solidFill>
            <a:srgbClr val="EBF3FD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46120" y="1322506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E66B8"/>
                </a:solidFill>
                <a:latin typeface="Aptos"/>
              </a:rPr>
              <a:t>PCB 2 — AVIÓNICA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1807138"/>
            <a:ext cx="1874519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2B37"/>
                </a:solidFill>
                <a:latin typeface="Aptos"/>
              </a:rPr>
              <a:t>C&amp;DH
centralizado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6471" y="1761418"/>
            <a:ext cx="157276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6B8"/>
            </a:solidFill>
            <a:prstDash val="dash"/>
          </a:ln>
        </p:spPr>
        <p:txBody>
          <a:bodyPr wrap="none" anchor="ctr">
            <a:spAutoFit/>
          </a:bodyPr>
          <a:lstStyle/>
          <a:p>
            <a:pPr algn="ctr"/>
            <a:r>
              <a:rPr sz="800" b="0" dirty="0">
                <a:solidFill>
                  <a:srgbClr val="2E66B8"/>
                </a:solidFill>
                <a:latin typeface="Aptos"/>
              </a:rPr>
              <a:t>HW + software </a:t>
            </a:r>
            <a:r>
              <a:rPr sz="800" b="0" dirty="0" err="1">
                <a:solidFill>
                  <a:srgbClr val="2E66B8"/>
                </a:solidFill>
                <a:latin typeface="Aptos"/>
              </a:rPr>
              <a:t>futuro</a:t>
            </a:r>
            <a:endParaRPr sz="800" b="0" dirty="0">
              <a:solidFill>
                <a:srgbClr val="2E66B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06440" y="1807138"/>
            <a:ext cx="1874519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2B37"/>
                </a:solidFill>
                <a:latin typeface="Aptos"/>
              </a:rPr>
              <a:t>ALMACENAMIENTO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49938"/>
            <a:ext cx="141732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7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B37"/>
                </a:solidFill>
                <a:latin typeface="Aptos"/>
              </a:rPr>
              <a:t>ESTACIÓN
TERRESTRE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1349938"/>
            <a:ext cx="105156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7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B37"/>
                </a:solidFill>
                <a:latin typeface="Aptos"/>
              </a:rPr>
              <a:t>ANTENA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349938"/>
            <a:ext cx="141732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7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B37"/>
                </a:solidFill>
                <a:latin typeface="Aptos"/>
              </a:rPr>
              <a:t>TRANSCEPTOR
TT&amp;C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2906"/>
            <a:ext cx="1417320" cy="713232"/>
          </a:xfrm>
          <a:prstGeom prst="roundRect">
            <a:avLst/>
          </a:prstGeom>
          <a:solidFill>
            <a:srgbClr val="EBF7EE"/>
          </a:solidFill>
          <a:ln w="15240"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B37"/>
                </a:solidFill>
                <a:latin typeface="Aptos"/>
              </a:rPr>
              <a:t>PANELES
SOLARES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522906"/>
            <a:ext cx="1417320" cy="713232"/>
          </a:xfrm>
          <a:prstGeom prst="roundRect">
            <a:avLst/>
          </a:prstGeom>
          <a:solidFill>
            <a:srgbClr val="EBF7EE"/>
          </a:solidFill>
          <a:ln w="15240"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B37"/>
                </a:solidFill>
                <a:latin typeface="Aptos"/>
              </a:rPr>
              <a:t>BATERÍA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522906"/>
            <a:ext cx="1874519" cy="713232"/>
          </a:xfrm>
          <a:prstGeom prst="roundRect">
            <a:avLst/>
          </a:prstGeom>
          <a:solidFill>
            <a:srgbClr val="EBF7EE"/>
          </a:solidFill>
          <a:ln w="15240"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B37"/>
                </a:solidFill>
                <a:latin typeface="Aptos"/>
              </a:rPr>
              <a:t>PCB 1 — EPS
Potencia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38658"/>
            <a:ext cx="141732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B37"/>
                </a:solidFill>
                <a:latin typeface="Aptos"/>
              </a:rPr>
              <a:t>CÁMARA
MULTIESPECTRAL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425626"/>
            <a:ext cx="141732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B37"/>
                </a:solidFill>
                <a:latin typeface="Aptos"/>
              </a:rPr>
              <a:t>ADCS
SENSORES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312594"/>
            <a:ext cx="1417320" cy="7132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E6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2B37"/>
                </a:solidFill>
                <a:latin typeface="Aptos"/>
              </a:rPr>
              <a:t>DRIVERS /
MAGNETORQUERS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4879522"/>
            <a:ext cx="365760" cy="0"/>
          </a:xfrm>
          <a:prstGeom prst="line">
            <a:avLst/>
          </a:prstGeom>
          <a:ln w="2794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9384" y="454119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4879522"/>
            <a:ext cx="411480" cy="0"/>
          </a:xfrm>
          <a:prstGeom prst="line">
            <a:avLst/>
          </a:prstGeom>
          <a:ln w="2794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0752" y="454119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IF-02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84648" y="4230298"/>
            <a:ext cx="0" cy="292608"/>
          </a:xfrm>
          <a:prstGeom prst="line">
            <a:avLst/>
          </a:prstGeom>
          <a:ln w="2794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02936" y="424858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2054026"/>
            <a:ext cx="228600" cy="841248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45552" y="228262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38160" y="2200330"/>
            <a:ext cx="228600" cy="1581912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54696" y="283126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38160" y="2328346"/>
            <a:ext cx="228600" cy="2340864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54696" y="367251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8452"/>
                </a:solidFill>
                <a:latin typeface="Aptos"/>
              </a:rPr>
              <a:t>IF-06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58968" y="2209474"/>
            <a:ext cx="347472" cy="0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30952" y="188943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E66B8"/>
                </a:solidFill>
                <a:latin typeface="Aptos"/>
              </a:rPr>
              <a:t>IF-08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58968" y="2383210"/>
            <a:ext cx="2907792" cy="512064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38544" y="262095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E66B8"/>
                </a:solidFill>
                <a:latin typeface="Aptos"/>
              </a:rPr>
              <a:t>IF-07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5458968" y="2447218"/>
            <a:ext cx="2907792" cy="1280160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55664" y="310558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E66B8"/>
                </a:solidFill>
                <a:latin typeface="Aptos"/>
              </a:rPr>
              <a:t>IF-09</a:t>
            </a:r>
          </a:p>
        </p:txBody>
      </p:sp>
      <p:cxnSp>
        <p:nvCxnSpPr>
          <p:cNvPr id="37" name="Connector 36"/>
          <p:cNvCxnSpPr>
            <a:cxnSpLocks/>
          </p:cNvCxnSpPr>
          <p:nvPr/>
        </p:nvCxnSpPr>
        <p:spPr>
          <a:xfrm>
            <a:off x="5038826" y="2579806"/>
            <a:ext cx="3327934" cy="2080260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9944" y="379138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E66B8"/>
                </a:solidFill>
                <a:latin typeface="Aptos"/>
              </a:rPr>
              <a:t>IF-10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 flipH="1" flipV="1">
            <a:off x="4778477" y="2639242"/>
            <a:ext cx="103239" cy="1901952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38397" y="2837331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 dirty="0">
                <a:solidFill>
                  <a:srgbClr val="2E66B8"/>
                </a:solidFill>
                <a:latin typeface="Aptos"/>
              </a:rPr>
              <a:t>IF-11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60" y="1715698"/>
            <a:ext cx="228600" cy="0"/>
          </a:xfrm>
          <a:prstGeom prst="line">
            <a:avLst/>
          </a:prstGeom>
          <a:ln w="2540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36992" y="1349938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E66B8"/>
                </a:solidFill>
                <a:latin typeface="Aptos"/>
              </a:rPr>
              <a:t>IF-12</a:t>
            </a:r>
          </a:p>
        </p:txBody>
      </p:sp>
      <p:cxnSp>
        <p:nvCxnSpPr>
          <p:cNvPr id="43" name="Connector 42"/>
          <p:cNvCxnSpPr>
            <a:cxnSpLocks/>
            <a:endCxn id="11" idx="3"/>
          </p:cNvCxnSpPr>
          <p:nvPr/>
        </p:nvCxnSpPr>
        <p:spPr>
          <a:xfrm flipH="1">
            <a:off x="3200400" y="1560250"/>
            <a:ext cx="5166360" cy="146304"/>
          </a:xfrm>
          <a:prstGeom prst="line">
            <a:avLst/>
          </a:prstGeom>
          <a:ln w="27940">
            <a:solidFill>
              <a:srgbClr val="CD7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675120" y="1345366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 dirty="0">
                <a:solidFill>
                  <a:srgbClr val="CD7728"/>
                </a:solidFill>
                <a:latin typeface="Aptos"/>
              </a:rPr>
              <a:t>IF-13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783080" y="1560250"/>
            <a:ext cx="365760" cy="0"/>
          </a:xfrm>
          <a:prstGeom prst="line">
            <a:avLst/>
          </a:prstGeom>
          <a:ln w="27940">
            <a:solidFill>
              <a:srgbClr val="CD7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645920" y="1212777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CD7728"/>
                </a:solidFill>
                <a:latin typeface="Aptos"/>
              </a:rPr>
              <a:t>IF-14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871216" y="2561518"/>
            <a:ext cx="749808" cy="0"/>
          </a:xfrm>
          <a:prstGeom prst="line">
            <a:avLst/>
          </a:prstGeom>
          <a:ln w="21590">
            <a:solidFill>
              <a:srgbClr val="2E6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cxnSpLocks/>
          </p:cNvCxnSpPr>
          <p:nvPr/>
        </p:nvCxnSpPr>
        <p:spPr>
          <a:xfrm>
            <a:off x="2834640" y="2561518"/>
            <a:ext cx="0" cy="1531620"/>
          </a:xfrm>
          <a:prstGeom prst="line">
            <a:avLst/>
          </a:prstGeom>
          <a:ln w="21590">
            <a:solidFill>
              <a:srgbClr val="2E6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00200" y="4093138"/>
            <a:ext cx="1234440" cy="0"/>
          </a:xfrm>
          <a:prstGeom prst="line">
            <a:avLst/>
          </a:prstGeom>
          <a:ln w="21590">
            <a:solidFill>
              <a:srgbClr val="2E6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600200" y="2063170"/>
            <a:ext cx="0" cy="2029968"/>
          </a:xfrm>
          <a:prstGeom prst="line">
            <a:avLst/>
          </a:prstGeom>
          <a:ln w="21590">
            <a:solidFill>
              <a:srgbClr val="2E6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395728" y="234206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900" b="1" dirty="0">
                <a:solidFill>
                  <a:srgbClr val="2E66B8"/>
                </a:solidFill>
                <a:latin typeface="Aptos"/>
              </a:rPr>
              <a:t>IF-15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231005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66B8"/>
                </a:solidFill>
                <a:latin typeface="Aptos"/>
              </a:rPr>
              <a:t>IF-15: C&amp;DH ↔ estación terrestre
(a través de TT&amp;C)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1841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02B37"/>
                </a:solidFill>
                <a:latin typeface="Aptos"/>
              </a:rPr>
              <a:t>LEYENDA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012680" y="1103050"/>
            <a:ext cx="548640" cy="0"/>
          </a:xfrm>
          <a:prstGeom prst="line">
            <a:avLst/>
          </a:prstGeom>
          <a:ln w="2794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634472" y="96589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02B37"/>
                </a:solidFill>
                <a:latin typeface="Aptos"/>
              </a:rPr>
              <a:t>Potencia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012680" y="1441377"/>
            <a:ext cx="548640" cy="0"/>
          </a:xfrm>
          <a:prstGeom prst="line">
            <a:avLst/>
          </a:prstGeom>
          <a:ln w="27940">
            <a:solidFill>
              <a:srgbClr val="2E6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634472" y="130421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02B37"/>
                </a:solidFill>
                <a:latin typeface="Aptos"/>
              </a:rPr>
              <a:t>Datos / control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012680" y="1779706"/>
            <a:ext cx="548640" cy="0"/>
          </a:xfrm>
          <a:prstGeom prst="line">
            <a:avLst/>
          </a:prstGeom>
          <a:ln w="27940">
            <a:solidFill>
              <a:srgbClr val="CD7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634472" y="164254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02B37"/>
                </a:solidFill>
                <a:latin typeface="Aptos"/>
              </a:rPr>
              <a:t>RF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02368" y="2218618"/>
            <a:ext cx="2011680" cy="1097280"/>
          </a:xfrm>
          <a:prstGeom prst="rect">
            <a:avLst/>
          </a:prstGeom>
          <a:solidFill>
            <a:srgbClr val="F2F4F7"/>
          </a:solidFill>
          <a:ln w="12700">
            <a:solidFill>
              <a:srgbClr val="64707D"/>
            </a:solidFill>
          </a:ln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02B37"/>
                </a:solidFill>
                <a:latin typeface="Aptos"/>
              </a:rPr>
              <a:t>Trazabilidad:
IF-01 … IF-15
conexiones principales
definidas en la tabla.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Nota: protocolos, tensiones y componentes concretos permanecen TBD cuando la documentación de esta etapa no permite cerrarlos.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132</Words>
  <Application>Microsoft Office PowerPoint</Application>
  <PresentationFormat>Panorámica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ZULUAGA CORREA</cp:lastModifiedBy>
  <cp:revision>4</cp:revision>
  <dcterms:created xsi:type="dcterms:W3CDTF">2013-01-27T09:14:16Z</dcterms:created>
  <dcterms:modified xsi:type="dcterms:W3CDTF">2026-09-28T14:18:57Z</dcterms:modified>
  <cp:category/>
</cp:coreProperties>
</file>